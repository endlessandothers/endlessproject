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7451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D7100"/>
                </a:solidFill>
                <a:latin typeface="Segoe UI"/>
              </a:rPr>
              <a:t>ENDLESS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Segoe UI"/>
              </a:rPr>
              <a:t>Where the project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474720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94A3B8"/>
                </a:solidFill>
                <a:latin typeface="Segoe UI"/>
              </a:rPr>
              <a:t>A registry of small tools that agents search, where every failed search is kept as evidence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94A3B8"/>
                </a:solidFill>
                <a:latin typeface="Segoe UI"/>
              </a:rPr>
              <a:t>of a need nobody met. Four phases built and measured; the fifth arrived out of order.</a:t>
            </a:r>
          </a:p>
        </p:txBody>
      </p:sp>
      <p:pic>
        <p:nvPicPr>
          <p:cNvPr id="6" name="Picture 5" descr="lamb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663440"/>
            <a:ext cx="502920" cy="502920"/>
          </a:xfrm>
          <a:prstGeom prst="rect">
            <a:avLst/>
          </a:prstGeom>
        </p:spPr>
      </p:pic>
      <p:pic>
        <p:nvPicPr>
          <p:cNvPr id="7" name="Picture 6" descr="bedr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4663440"/>
            <a:ext cx="502920" cy="502920"/>
          </a:xfrm>
          <a:prstGeom prst="rect">
            <a:avLst/>
          </a:prstGeom>
        </p:spPr>
      </p:pic>
      <p:pic>
        <p:nvPicPr>
          <p:cNvPr id="8" name="Picture 7" descr="dynamo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576" y="4663440"/>
            <a:ext cx="502920" cy="502920"/>
          </a:xfrm>
          <a:prstGeom prst="rect">
            <a:avLst/>
          </a:prstGeom>
        </p:spPr>
      </p:pic>
      <p:pic>
        <p:nvPicPr>
          <p:cNvPr id="9" name="Picture 8" descr="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944" y="4663440"/>
            <a:ext cx="502920" cy="502920"/>
          </a:xfrm>
          <a:prstGeom prst="rect">
            <a:avLst/>
          </a:prstGeom>
        </p:spPr>
      </p:pic>
      <p:pic>
        <p:nvPicPr>
          <p:cNvPr id="10" name="Picture 9" descr="cloudfro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312" y="4663440"/>
            <a:ext cx="502920" cy="502920"/>
          </a:xfrm>
          <a:prstGeom prst="rect">
            <a:avLst/>
          </a:prstGeom>
        </p:spPr>
      </p:pic>
      <p:pic>
        <p:nvPicPr>
          <p:cNvPr id="11" name="Picture 10" descr="farg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79" y="4663440"/>
            <a:ext cx="502920" cy="502920"/>
          </a:xfrm>
          <a:prstGeom prst="rect">
            <a:avLst/>
          </a:prstGeom>
        </p:spPr>
      </p:pic>
      <p:pic>
        <p:nvPicPr>
          <p:cNvPr id="12" name="Picture 11" descr="i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466344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5840" y="5852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Phases 0–3 complete against their own gates · a working application · and one unanswered question.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the whole thing rests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An agent asks the registry for something. If a tool does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the job, it gets it and runs it.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The interesting case is the other one. When nothing fits,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that is written down — not discarded.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Do that long enough and you have a list of things people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actually wanted that did not exist, backed by evidence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rather than by somebody's hunch.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257800" cy="123444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709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7C2D12"/>
                </a:solidFill>
                <a:latin typeface="Segoe UI"/>
              </a:rPr>
              <a:t>A failed search is the only honest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7C2D12"/>
                </a:solidFill>
                <a:latin typeface="Segoe UI"/>
              </a:rPr>
              <a:t>evidence of an unsolved need.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329184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Everything else in this project follows from protecting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that record. Why a builder's own searches are not counted.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Why one person asking twelve times counts once. Why money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may buy visibility and never rank.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The gap log is the one artefact here that cannot be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rebuilt from anything else.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WHERE THINGS 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Nine phases, four of them behind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373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651760"/>
                <a:gridCol w="1783080"/>
                <a:gridCol w="557784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State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Gate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Validate the loop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Complete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Mechanism proved. Demand signal did not exist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Phantom layer MVP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Complete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Published, found, called. Repeated gaps surfaced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Gravity, trust, decay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Complete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Ranking defensible, with the sock-puppet hole named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Agents building tools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Complete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recurring gap closed by a tool no human wrote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Visual layer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Built early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cockpit, out of order and unplanned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Applications joining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Not started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Nobody else's application serves traffic here yet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Galaxies and routing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Partly, sideways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router exists; galaxies do not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Black holes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Not started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Needs Phase 5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Monetization at scale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Not started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Rules written in Phase 2; no money moves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512064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303520"/>
            <a:ext cx="9966960" cy="502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C2D12"/>
                </a:solidFill>
                <a:latin typeface="Segoe UI"/>
              </a:rPr>
              <a:t>The order broke, and that is worth noticing: the visual layer was built three phases early because it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7C2D12"/>
                </a:solidFill>
                <a:latin typeface="Segoe UI"/>
              </a:rPr>
              <a:t>was wanted, while Phase 4 — the one that would bring in somebody else — has not been touched.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PHASE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Validate the loop, and find the question was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Asked one thing: is a logged gap real evidence of an unsolved need, or just a search failure?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423160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3957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The mechanism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395728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96.7% gap detection at 6.7% false positives, holding across two independently written query sets.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00400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1729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No demand signal existed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172968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Every gap ever logged came from the evaluation harness. Real usage was zero, so no logged gap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was evidence that anyone wanted anything.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06240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17880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Ranking is not deciding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178807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Recall@3 was 100% on both sets while 31.6% of answerable queries were logged as gaps. The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scores are not on a stable scale, so a fixed threshold cannot survive a new set.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12080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1846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An LLM on the hot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184648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An adjudicator reads the shortlist and answers yes or no. False gaps fell from 20% to 6.7%.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6035040"/>
            <a:ext cx="10515600" cy="54864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6217920"/>
            <a:ext cx="9966960" cy="182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C2D12"/>
                </a:solidFill>
                <a:latin typeface="Segoe UI"/>
              </a:rPr>
              <a:t>Cost for the whole phase: under $5.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Phantom layer — make it real, then try to break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566928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Built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Proved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Sandboxed execution in a VPC with no internet gateway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22 live escape tests: a handler that fully escapes still reaches nothing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Caller identity, so every event carries provenance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Publishing costs credits; asking is free, so demand is never suppressed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Gap clustering by meaning, not by wording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12 rephrasings from one caller counted once; 4 callers over 9 days confirmed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review gate between publishing and executing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Absence of an approval is a refusal, so a failed write fails safe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114800"/>
            <a:ext cx="10515600" cy="109728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297680"/>
            <a:ext cx="9966960" cy="731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Segoe UI"/>
              </a:rPr>
              <a:t>Three things this project had claimed, which were not true, were found and written down: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Segoe UI"/>
              </a:rPr>
              <a:t>the runtime policy overstated the sandbox, the escape tests passed for the wrong reason,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Segoe UI"/>
              </a:rPr>
              <a:t>and the wash-trading guard silently never fired.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The corrections are the output. A phase that only reports what worked has not been checked, it has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been narrated — and every one of these was found by looking at the system rather than reasoning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about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Gravity, trust, decay — and who would rely on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Mass is use. Brightness is a Wilson lower bound over calls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that worked. Dependency weight is being built upon.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They are computed apart and never blended, so no single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number can be gamed into meaning something else.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83080"/>
            <a:ext cx="5257800" cy="210312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965960"/>
            <a:ext cx="47091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Decay is relative to the cluster a tool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competes in, not absolute.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A tool is judged against what its rivals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are doing now, not against its own past.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Five defects, all found by looking rather than reasoning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4572000"/>
          <a:ext cx="10515600" cy="87782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competition graph could be built by one person — mine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Self-calls excluded from mass but not from brightness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simulation quarantine covered gaps and not scores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My own CLI could sell a promotion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Two of my test assertions were wrong, not the code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Minting a caller still costs nothing — pinned as a failing test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5760720"/>
            <a:ext cx="10515600" cy="6858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943600"/>
            <a:ext cx="9966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>Money may buy a tool a brighter star in the world. It may never move it one place in a ranking.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Agents building tools — the loop closed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4 unrelated callers, over 4 days, asked for the same thing four ways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    →  nothing in the registry fitted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    →  the builder searched first, found nothing, and wrote the tool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    →  244 bytes, run on its own sample before anyone read it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    →  published PROVISIONAL, charged a credit, unable to execute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    →  a person read it and approved it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    →  CLOSED: all 4 originating phrasings now resolve to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749039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931920"/>
            <a:ext cx="4572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Segoe UI"/>
              </a:rPr>
              <a:t>The builder inflates its own demand.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Segoe UI"/>
              </a:rPr>
              <a:t>33 of 36 gaps were the builder asking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Segoe UI"/>
              </a:rPr>
              <a:t>“does this already exist?”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749039"/>
            <a:ext cx="5257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A justification manufacturing itself — the one shape this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project exists to prevent, arriving from the inside.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Fixed by excluding builder searches from the gap log. That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broke the duplicate check, which had been reading “a gap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was logged” as “nothing fits”.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349240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532120"/>
            <a:ext cx="9966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C2D12"/>
                </a:solidFill>
                <a:latin typeface="Segoe UI"/>
              </a:rPr>
              <a:t>A side effect should never have been load-bearing. The verdict is now returned explicitly, and the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7C2D12"/>
                </a:solidFill>
                <a:latin typeface="Segoe UI"/>
              </a:rPr>
              <a:t>check that reported recent-earthquakes could answer “what type is pikachu” was fixed with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SINCE 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was built that no phase asked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20640" cy="749808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947672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72184" y="1883664"/>
            <a:ext cx="429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>The judge moved 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2184" y="2148840"/>
            <a:ext cx="4297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14532D"/>
                </a:solidFill>
                <a:latin typeface="Segoe UI"/>
              </a:rPr>
              <a:t>Both measured false matches fixed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257800" cy="749808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r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947672"/>
            <a:ext cx="420624" cy="4206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21424" y="1883664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>A page people can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1424" y="2148840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14532D"/>
                </a:solidFill>
                <a:latin typeface="Segoe UI"/>
              </a:rPr>
              <a:t>Fargate, the first thing outside the free tier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697480"/>
            <a:ext cx="5120640" cy="749808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amb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2862072"/>
            <a:ext cx="420624" cy="4206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72184" y="2798064"/>
            <a:ext cx="4297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>Answers, not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3063240"/>
            <a:ext cx="4297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14532D"/>
                </a:solidFill>
                <a:latin typeface="Segoe UI"/>
              </a:rPr>
              <a:t>A question goes in; prose comes 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697480"/>
            <a:ext cx="5257800" cy="749808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loudfro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2862072"/>
            <a:ext cx="420624" cy="4206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21424" y="2798064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>A cockpit in real 3D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063240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14532D"/>
                </a:solidFill>
                <a:latin typeface="Segoe UI"/>
              </a:rPr>
              <a:t>Phase 6, arriving three phases early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947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475569"/>
                </a:solidFill>
                <a:latin typeface="Segoe UI"/>
              </a:rPr>
              <a:t>The model became the centre and the tools became what it reaches for. Most questions need no tool at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475569"/>
                </a:solidFill>
                <a:latin typeface="Segoe UI"/>
              </a:rPr>
              <a:t>all, so the router answers from knowledge first, a registry tool second, the open web third, and records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475569"/>
                </a:solidFill>
                <a:latin typeface="Segoe UI"/>
              </a:rPr>
              <a:t>an unmet need only when none of those will do.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475569"/>
                </a:solidFill>
                <a:latin typeface="Segoe UI"/>
              </a:rPr>
              <a:t>That change nearly destroyed the thing the project is for: once a model can search the web, almost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475569"/>
                </a:solidFill>
                <a:latin typeface="Segoe UI"/>
              </a:rPr>
              <a:t>nothing looks like an unmet need, and the gap log would have gone quietly empty while everything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475569"/>
                </a:solidFill>
                <a:latin typeface="Segoe UI"/>
              </a:rPr>
              <a:t>appeared to work better than ever.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806440"/>
            <a:ext cx="10515600" cy="82296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989320"/>
            <a:ext cx="9966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C2D12"/>
                </a:solidFill>
                <a:latin typeface="Segoe UI"/>
              </a:rPr>
              <a:t>So a web search is itself recorded as demand. Going to the open internet is what a missing tool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7C2D12"/>
                </a:solidFill>
                <a:latin typeface="Segoe UI"/>
              </a:rPr>
              <a:t>looks like — and the log already holds the same question twice, before and after the 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WHAT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The running system,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37360"/>
          <a:ext cx="105156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59536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State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Infrastructure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115 Terraform resources, 10 Lambdas, 5 tables, one Fargate task. Rebuilt from empty twice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Registry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23 tools. 4 with executable code behind them; the rest are descriptions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Routing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Claude decides: answer, call a tool, search the web, or record a need. Multi-tool in parallel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Interfaces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MCP for agents, a CLI for the operator, a plain page and a 3D cockpit for people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Evidence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11 gaps, across four distinct reasons. The newest kind: answered off the open web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Tests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205, with a live sandbox escape gate that runs against the deployed system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Cost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$0.00 this month. Everything inside the free tier except a Fargate task at roughly $9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52628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709160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Segoe UI"/>
              </a:rPr>
              <a:t>Still nobody outside the operator. That has been true since Phase 0 and is the single fact that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Segoe UI"/>
              </a:rPr>
              <a:t>most limits what any of these numbers mean.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Every measurement in this deck was taken against a system with one user. The mechanisms are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proved; the demand they are built to detect has not arrived.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AGAINST THE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each phase promised, and whether it delivered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572000"/>
                <a:gridCol w="521208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Done when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Verdict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gate clears, or a finding says why not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Split. Mechanism yes, demand no — written down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creator publishes, an agent calls, gaps surface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Yes, with the creator and agent both being me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You'd let a stranger trust the ranking unsupervised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Yes, except a stranger can still mint free identities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recurring gap closed by a tool no human wrote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Yes. Demand simulated and quarantined; nothing else was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3566160"/>
            <a:ext cx="10515600" cy="128016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749039"/>
            <a:ext cx="996696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F1D1D"/>
                </a:solidFill>
                <a:latin typeface="Segoe UI"/>
              </a:rPr>
              <a:t>Every gate was cleared with simulated demand, by one person, against a system nobody else uses.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F1D1D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F1D1D"/>
                </a:solidFill>
                <a:latin typeface="Segoe UI"/>
              </a:rPr>
              <a:t>That is not a failure of the phases. It is the thing the next phase has to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1206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The project has been unusually willing to write down what did not work — four findings documents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record corrections to its own earlier claims. That discipline is why the gates above can be read at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Segoe UI"/>
              </a:rPr>
              <a:t>face value, and why the one unresolved item below has not been quietly dropped.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WHAT IS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Three directions, and they are not equal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28800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013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Phase 4 — somebody else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801368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An application Endless did not build, serving traffic inside it. The only phase that produces real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demand rather than simulating it, and the one that has not been started.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926080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8986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Tool development from repos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898648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Mine codebases for jobs worth extracting. The newest direction, raised after the open web turned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out to answer most questions — which made finding tools more interesting than finding answers.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023360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9959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Phase 5 —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995928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Cluster tools, route fuzzy requests without hitting the central model every time. The prerequisite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for Phase 7, and the thing that makes the cost curve survive traffic.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120640"/>
            <a:ext cx="10515600" cy="11430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303520"/>
            <a:ext cx="9966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C2D12"/>
                </a:solidFill>
                <a:latin typeface="Segoe UI"/>
              </a:rPr>
              <a:t>The repo direction carries the project's own warning on it. Extracting tools from codebases is SUPPLY,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7C2D12"/>
                </a:solidFill>
                <a:latin typeface="Segoe UI"/>
              </a:rPr>
              <a:t>not demand — the same shape as the builder inflating its own gaps. The signal is not that a repo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7C2D12"/>
                </a:solidFill>
                <a:latin typeface="Segoe UI"/>
              </a:rPr>
              <a:t>contains a tidy function; it is that two unrelated codebases needed the same job.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THE OPEN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counts as a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Shape does not define a tool. You can read a clean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function all day and never learn whether anyone else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needs it.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Multiplicity defines it. A tool is a job that appears in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more than one place, built by people who were not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talking to each other.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257800" cy="237744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70916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Two projects. Same job. Built twice,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by the same person, who had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forgotten the first time.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IDFinder has geocode(). Endless has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geocode-address. Nobody produced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that evidence on purpose.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Which gives the measurement a shape the project already has: embed the jobs, cluster them, count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distinct sources, confirm at two or more. The same machinery that turns failed searches into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confirmed needs, pointed at codebases instead of queries.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760720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943600"/>
            <a:ext cx="9966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>And the stronger half may be the problems, not the solutions. A comment saying a provider's free tier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>runs out in three months is unmanufactured demand with a date on it, sitting where nothing counts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