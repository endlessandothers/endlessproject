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D7100"/>
                </a:solidFill>
                <a:latin typeface="Segoe UI"/>
              </a:rPr>
              <a:t>ENDLESS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Phase 3 — Agents building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94A3B8"/>
                </a:solidFill>
                <a:latin typeface="Segoe UI"/>
              </a:rPr>
              <a:t>When enough people ask for something nobody built, the system writes it. It does not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94A3B8"/>
                </a:solidFill>
                <a:latin typeface="Segoe UI"/>
              </a:rPr>
              <a:t>get to decide its own code is safe to run.</a:t>
            </a:r>
          </a:p>
        </p:txBody>
      </p:sp>
      <p:pic>
        <p:nvPicPr>
          <p:cNvPr id="6" name="Picture 5" descr="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63440"/>
            <a:ext cx="502920" cy="502920"/>
          </a:xfrm>
          <a:prstGeom prst="rect">
            <a:avLst/>
          </a:prstGeom>
        </p:spPr>
      </p:pic>
      <p:pic>
        <p:nvPicPr>
          <p:cNvPr id="7" name="Picture 6" descr="bedr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4663440"/>
            <a:ext cx="502920" cy="502920"/>
          </a:xfrm>
          <a:prstGeom prst="rect">
            <a:avLst/>
          </a:prstGeom>
        </p:spPr>
      </p:pic>
      <p:pic>
        <p:nvPicPr>
          <p:cNvPr id="8" name="Picture 7" descr="dynam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4663440"/>
            <a:ext cx="502920" cy="502920"/>
          </a:xfrm>
          <a:prstGeom prst="rect">
            <a:avLst/>
          </a:prstGeom>
        </p:spPr>
      </p:pic>
      <p:pic>
        <p:nvPicPr>
          <p:cNvPr id="9" name="Picture 8" descr="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4663440"/>
            <a:ext cx="502920" cy="502920"/>
          </a:xfrm>
          <a:prstGeom prst="rect">
            <a:avLst/>
          </a:prstGeom>
        </p:spPr>
      </p:pic>
      <p:pic>
        <p:nvPicPr>
          <p:cNvPr id="10" name="Picture 9" descr="cloudfro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4663440"/>
            <a:ext cx="502920" cy="502920"/>
          </a:xfrm>
          <a:prstGeom prst="rect">
            <a:avLst/>
          </a:prstGeom>
        </p:spPr>
      </p:pic>
      <p:pic>
        <p:nvPicPr>
          <p:cNvPr id="11" name="Picture 10" descr="i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79" y="46634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Done when a recurring gap is closed by a tool no human wrote, and the closure test confirms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ABOUT THIS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Phase 3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Phase 0 measured the loop. Phase 1 made it real. Phase 2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made the ranking defensible.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All three end the same way: a need is recorded, and then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somebody has to build the thing.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Phase 3 is the system doing it — reading a need that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several unrelated people recorded, and writing the tool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that answers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709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7C2D12"/>
                </a:solidFill>
                <a:latin typeface="Segoe UI"/>
              </a:rPr>
              <a:t>The registry stops being a catalogue of what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7C2D12"/>
                </a:solidFill>
                <a:latin typeface="Segoe UI"/>
              </a:rPr>
              <a:t>someone happened to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4290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That is the whole idea behind Endless: a failed search is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evidence of an unsolved need. Until now the evidence had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nowhere to go except a board somebody might read.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This phase closes the loop — demand recorded, demand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answered — without waiting for the right person to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notice the right entry.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Phase 2 leaves behind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515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77824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State at the end of Phase 2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Needs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Clustered by meaning, counted by distinct callers, published with their evidence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Execution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Sandboxed and gated. Unreviewed code does not run, at any depth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Composition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tool may declare a dependency on another; the platform resolves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Scoring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Mass, brightness and dependency weight, computed apart and never blended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Relative to the tools a search returns alongside it, with an archival floor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Money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Publishing costs credits. Stasis buys visibility in the world and nothing else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None. Still nobody outside the operator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52628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70916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Everything a builder needs already exists: a recorded need, a sandbox that holds, a review gate,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and a closure test written for bounties that works unchanged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Phase 3 adds one component and one decision. The component is the builder. The decision is what it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is allowed to do on its own, which turns out to be the whole phase.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Phase 3 adds, and what it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Adds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Leaves alone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builder that writes a tool from a confirmed need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sandbox. Generated code runs where all code runs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duplicate check that runs before generation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review gate. Generated tools are not exempt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tighter package envelope for generated code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Retrieval, clustering and the gap adjudicator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smoke test: the tool runs before anyone reads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Scoring. A provisional tool is scored like any other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Provisional status, set by the platform not the publisher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Decay, which applies to generated tools in full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Judge independence for the closure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Bounties, whose closure test this reuses unchanged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02336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206240"/>
            <a:ext cx="9966960" cy="502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No new AWS service. The builder is one more Bedrock model behind one more CLI, and everything it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produces goes through the path a person's tool already goes 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That is deliberate and it is the cheapest safety property in the phase. A separate publishing path for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generated tools would be a second place for the review gate to be forgotten, a second envelope to keep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in step, and a second thing to audit. There is one path, and generated code is held to it plus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runs, and in what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70408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build-tool CLI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Reads a confirmed need from the gaps board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search-fn + Nova Micro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Asks whether anything already answers it — the duplicate check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Bedrock · Nova Pro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Writes the manifest and the handler from the cluster's phrasings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builder.mjs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envelope: size, runtime, https, request count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fetcher-fn + runtime-fn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Runs it once, for real, against its own sample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registry-fn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Registers it provisional, from the caller's role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review.mjs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person reads it. Nothing executes before this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closure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Do the originating queries now resolve, judged blind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48056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6344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Steps 2 and 5 are the ones that were not in the original plan. Both were added after a generated tool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passed every other check and did not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The builder holds its own caller key, with role=builder. It can publish and it cannot approve — the same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separation every other component has, applied to the one component that writes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Where the Phase 3 frame sits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ED7100"/>
                </a:solidFill>
                <a:latin typeface="Segoe UI"/>
              </a:rPr>
              <a:t>miro.com/app/board/uXjVHpGFCos=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860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1264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Frame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shows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0 Architecture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2000 x 1350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As built and measured. Registry, search, gap logging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1 Architecture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2400 x 1480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phantom layer. Sandbox, identity, clustering, the board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2 Architecture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2400 x 1520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Dependencies, the four score components, decay and the floor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3 Architecture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2400 x 1500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builder, the checks it must pass, and where it stops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977639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Four frames stacked top to bottom on one canvas, a section-gap apart, all the same width so a component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that did not change sits directly above its later self. Zooming out shows the whole system and how it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grew, which is the thing a static diagram in a deck cannot do.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Phase 3 frame reads left to right as a pipeline rather than as layers, because that is what it is: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one need entering on the left, and either a tool for review or a discard on the right. The two red gates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in the middle are where most attempts stop.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Reading the Phase 3 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Icons are real AWS assets, from AWS Labs' own icon set rather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than an approximation.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Dashed rectangles are stages in the pipeline, not layers of a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stack. A need moves left to right and can stop at any of them.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Colour carries the same meaning as the earlier frames. Green is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new in this phase, amber already existed, red is a gate that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discards, blue is stored state, purple is public.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Red appears twice, which is the shape of the phase: most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generated tools do not reach a reviewer, and both gates that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stop them were added after something got 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0" y="1828800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16" y="199339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81544" y="192938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Nova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1544" y="219456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4532D"/>
                </a:solidFill>
                <a:latin typeface="Segoe UI"/>
              </a:rPr>
              <a:t>NEW — writes the manifest and handler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670048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2834640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81544" y="2770632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8350F"/>
                </a:solidFill>
                <a:latin typeface="Segoe UI"/>
              </a:rPr>
              <a:t>search-fn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78350F"/>
                </a:solidFill>
                <a:latin typeface="Segoe UI"/>
              </a:rPr>
              <a:t>the duplicate check, unchanged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511296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r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3675887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81544" y="3611879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runtime-fn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877056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7F1D1D"/>
                </a:solidFill>
                <a:latin typeface="Segoe UI"/>
              </a:rPr>
              <a:t>runs it once before anyone reads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352544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ynamo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4517136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81544" y="4453128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E3A8A"/>
                </a:solidFill>
                <a:latin typeface="Segoe UI"/>
              </a:rPr>
              <a:t>tools · 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4718304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1E3A8A"/>
                </a:solidFill>
                <a:latin typeface="Segoe UI"/>
              </a:rPr>
              <a:t>provisional, and still unapproved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5193792"/>
            <a:ext cx="4206240" cy="74980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oudfro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5358383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81544" y="5294376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4C1D95"/>
                </a:solidFill>
                <a:latin typeface="Segoe UI"/>
              </a:rPr>
              <a:t>gaps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544" y="555955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C1D95"/>
                </a:solidFill>
                <a:latin typeface="Segoe UI"/>
              </a:rPr>
              <a:t>where the need came from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60807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The card convention used on the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A generated tool still needs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The argument for exempting it is good. The sandbox is proven — 22 live escape attacks, no route, no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useful credentials, no reachable filesystem — so generated code can do no more damage than a person's.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9260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Why not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CLAUDE.md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Nothing runs "because it came from a verified source". This is the least verified source there has been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builder is the platform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platform that approves its own output has a gate protecting against everyone except itself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shape is familiar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Confused deputy. Already refused twice, in exec-fn and in mcp-fn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Done-when still holds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human approving is not a human writing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57200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5488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Full autonomy needs an independent judge of code. Asking the same platform twice is not independence,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and there is no second party here to be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So the loop closes with a person in it, once, at the point where untrusted code becomes running code.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Everything before and after that point is automatic.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PROJECT.md's five steps, and why each one is there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74519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Search the registry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84708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Near-duplicate generation is the most likely failure and it inflates the world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without adding to it. Asked of the adjudicator, not of a similarity score.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8892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614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Build against the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6148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Never one query. A tool built to satisfy one phrasing satisfies one phrasing.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0332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7588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Publish as provisional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675887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Visibly auto-generated, and marked by the platform from the caller's role so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neither a builder nor a person can claim to be the other.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61772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902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Run the closure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59028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 gap does not close because something was published. It closes because the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need is met, judged per query by a judge that cannot tell what wrote it.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53212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5046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Apply full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550468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 rushed fix fades and frees the slot. Generated tools decay like any 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400800"/>
            <a:ext cx="10515600" cy="36576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6583680"/>
            <a:ext cx="9966960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7C2D12"/>
                </a:solidFill>
                <a:latin typeface="Segoe UI"/>
              </a:rPr>
              <a:t>Steps 1, 2, 3 and 5 are built. Step 4 is the rest of the phase.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WHY A MACHINE CAN WRITE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A tool here is three small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937760"/>
                <a:gridCol w="347472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is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Who checks it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description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So search can find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Embedded and adjudicated like any other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declared endpoint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platform fetches it; the tool never opens a connection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allowlist, and a person — see below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transform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few lines that reshape the response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source screen, the sandbox, and review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29184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7472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The endpoint is the only part a model can lie about convincingly. The code is short enough to read and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the description is checkable — but "this host is a real, free, keyless API" is an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Which is why a host the registry has never approved is surfaced to the reviewer by name rather than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buried in a manifest, and why the smoke test exists at all.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It is also why generated tools are viable in the first place. A tool that had to open its own connections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would be a program, and reviewing a program somebody else's machine wrote is a different and much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harder job than reading twenty lines that reshape a JSON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Plausible and wrong, three 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The expected failure was duplication. It was not. The builder's real failure mode is producing something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that looks entirely correct and does not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743200"/>
          <a:ext cx="105156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766560"/>
                <a:gridCol w="29260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Round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produced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caught it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Declared a web app's HTML homepage as an API; handler grepped the markup for "Response Time"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person, after the novel-host flag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Declared a host that answered, and transformed the answer into {}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new smoke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response.includes is not a function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new smoke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34340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52628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Round one passed the duplicate check and the entire safety envelope. Every automated check said yes.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The only reason anyone looked was a flag saying "this uses a host we have never approved".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So the package is now run once, through the real fetcher and the real sandbox, against its own sample,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before a reviewer is asked for a minute of attention. Rounds two and three cost seconds each.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AND WHAT IT GETS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One working tool, and one honest refusal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Given a need with a real API behind it: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5120640" cy="237744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4572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pokemon-info-lookup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268 bytes against pokeapi.co.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Searched first, found nothing,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wrote it, ran it, returned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pikachu's type and base stats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4532D"/>
                </a:solidFill>
                <a:latin typeface="Segoe UI"/>
              </a:rPr>
              <a:t>on the first attempt.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Asked for the space station: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029200" cy="23774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468880"/>
            <a:ext cx="44805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It named open-notify.org.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That is the correct API. It is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HTTP-only, and the fetcher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requires HTTPS.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/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Segoe UI"/>
              </a:rPr>
              <a:t>Refused three times out of three.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second is worth as much as the first. A right answer the platform cannot accept is a constraint, not a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builder failure, and the two look identical in a log — both are just a refusal.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Knowing which one you are looking at is the difference between fixing the generator and fixing the rule.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The judge must not know what wrote the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docs/deferred-corrections.md filed this against Phase 3 before any of it was built: the adjudicator judging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a tool the builder just generated is still the system marking its own homework, one level up.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3108960"/>
          <a:ext cx="105156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The closure judge sees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 never sees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tool_id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provisional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generated_by, generated_at, the model that wrote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cluster it was built for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66344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4632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Stripped in code rather than trusted not to matter. A human tool and a generated tool produce a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byte-identical view, and there is a test asserting exactly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It is not full independence — the same platform still supplies both the builder and the judge. It removes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the one signal that could bias the judge in either direction, which is what was actually available.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Six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Segoe UI"/>
              </a:rPr>
              <a:t>Estimates for one developer. #1 to #4 are done.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40280"/>
          <a:ext cx="10515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675120"/>
                <a:gridCol w="100584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Issue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Est.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Depends on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Duplicate check before generation, asked of the adjudicator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— DONE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builder: manifest and handler from a confirmed cluster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 — DONE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Generated-package envelope, plus the smoke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 — DONE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Provisional publishing from the caller's role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2 — DONE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Closure test against the originating cluster, judged blind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Phase 3 findings, with what the builder gets wrong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434840"/>
            <a:ext cx="10515600" cy="12344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61772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#5 is the Done-when. Everything before it proves a tool can be written; only #5 proves a need was met.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 gap does not close because something was published — and the difference is the entire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#6 is the exit, as in every phase. The gate clears, or a written finding says why it does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generating a tool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521208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Per attempt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Duplicate check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3 to 5 searches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About $0.000015 each — the Phase 1 measured figure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Generation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Nova Pro, ~600 in, ~500 out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Estimated $0.002 from published rates and prompt size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Smoke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 fetcher + 1 runtime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Rounding error; the sandbox is 4 ms p50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Review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person's attention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expensive one, and the reason for the smoke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474720"/>
            <a:ext cx="10515600" cy="96012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9966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A successful tool took four attempts, so roughly a cent in models. The smoke test pays for itself the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first time it stops a reviewer reading something that was never going to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generation figure is ESTIMATED, not measured. The Bedrock response carries a token count and the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builder currently discards it — which is the same mistake Phase 1 corrected for search, where the honest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number only appeared once the tokens were logged.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/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Log it before quoting it. Everything else on this slide comes from measurements already taken.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could go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515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22376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Why it bites here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Plausible and wrong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Demonstrated three times out of four. The failure mode is confident, not obvious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Review becomes a rubber stamp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Volume is the enemy of attention, and a builder can generate faster than anyone reads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Invented endpoints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one claim nothing but a person or a live call can check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closure test marks its own homework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Same platform, builder and judge. Blinding reduces it and does not remove 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Generated tools crowd the registry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Decay applies, but a tool nobody calls still occupies a search result until it fades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Still no users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need closed by a tool nobody asked for afterwards has not been demonstrated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977639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The second row is the one to watch. Every check added so far exists to protect a reviewer's attention,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because attention is the scarce resource and the only thing standing between a plausible tool and a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F1D1D"/>
                </a:solidFill>
                <a:latin typeface="Segoe UI"/>
              </a:rPr>
              <a:t>running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A rate limit on generation is the obvious answer and is not built. Neither is any measure of how often a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reviewer approves something they should not have — which would need a stranger reviewing, and there is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still no stranger.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THE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What would prove Phase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Written to avoid the Phase 0 failure, where both floors passed while a third of answerable queries were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475569"/>
                </a:solidFill>
                <a:latin typeface="Segoe UI"/>
              </a:rPr>
              <a:t>being logged as unmet needs, because the gate never asked about false gaps.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697480"/>
          <a:ext cx="10515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5577840"/>
              </a:tblGrid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Must hold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How it is checked</a:t>
                      </a:r>
                    </a:p>
                  </a:txBody>
                  <a:tcPr marL="91440" marR="73152" marT="27432" marB="27432" anchor="ctr"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 generated tool cannot execute unapproved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Try it. The 403 is the same one any tool gets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duplicate check refuses a met need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Give it a cluster an existing tool already answers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smoke test refuses a tool that does not work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Demonstrated three times; keep the cases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closure judge cannot identify a generated tool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Byte-identical judge view, asserted in a test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originating queries resolve afterwards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The Done-when. Not yet demonstrated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52628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0916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Four of five hold today. The fifth is the phase — and it is the only one that says anything about whether</a:t>
            </a:r>
          </a:p>
          <a:p>
            <a:pPr>
              <a:lnSpc>
                <a:spcPct val="115000"/>
              </a:lnSpc>
            </a:pPr>
            <a:r>
              <a:rPr sz="1350" b="1">
                <a:solidFill>
                  <a:srgbClr val="7C2D12"/>
                </a:solidFill>
                <a:latin typeface="Segoe UI"/>
              </a:rPr>
              <a:t>the need was actually met rather than whether the machinery behaved.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The gate clears, or a written finding says why it does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Segoe UI"/>
              </a:rP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4124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F172A"/>
                </a:solidFill>
                <a:latin typeface="Segoe UI"/>
              </a:rPr>
              <a:t>The next four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05840" cy="36576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74519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Closure test (#5)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84708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Done-when. Re-run the cluster's queries after publication and ask the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blinded judge whether the need is met.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26079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986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Log the generation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89864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The cost figure on this deck is estimated. Phase 1 found the honest number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only once the tokens were logged.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77639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502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A rate limit on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950207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A builder writes faster than anyone reads, and review is the scarce resource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rather than compute.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029200"/>
            <a:ext cx="365760" cy="365760"/>
          </a:xfrm>
          <a:prstGeom prst="ellipse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001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Decide what a caller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001768"/>
            <a:ext cx="6812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Unchanged from Phase 1 and Phase 2, and now it also gates paying a bounty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475569"/>
                </a:solidFill>
                <a:latin typeface="Segoe UI"/>
              </a:rPr>
              <a:t>for a tool the platform wrote.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6172200"/>
            <a:ext cx="10515600" cy="54864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6355080"/>
            <a:ext cx="99669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C2D12"/>
                </a:solidFill>
                <a:latin typeface="Segoe UI"/>
              </a:rPr>
              <a:t>Three phases built, everything working, and nobody outside this project has used any of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