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D7100"/>
                </a:solidFill>
                <a:latin typeface="Segoe UI"/>
              </a:rPr>
              <a:t>ENDLESS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Phase 2 — Gravity, trust, decay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94A3B8"/>
                </a:solidFill>
                <a:latin typeface="Segoe UI"/>
              </a:rPr>
              <a:t>How a ranking earns trust. Tool-to-tool dependencies, brightness kept separate from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94A3B8"/>
                </a:solidFill>
                <a:latin typeface="Segoe UI"/>
              </a:rPr>
              <a:t>mass, decay with a floor, and the first things Endless sells.</a:t>
            </a:r>
          </a:p>
        </p:txBody>
      </p:sp>
      <p:pic>
        <p:nvPicPr>
          <p:cNvPr id="6" name="Picture 5" descr="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663440"/>
            <a:ext cx="502920" cy="502920"/>
          </a:xfrm>
          <a:prstGeom prst="rect">
            <a:avLst/>
          </a:prstGeom>
        </p:spPr>
      </p:pic>
      <p:pic>
        <p:nvPicPr>
          <p:cNvPr id="7" name="Picture 6" descr="dynamo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4663440"/>
            <a:ext cx="502920" cy="502920"/>
          </a:xfrm>
          <a:prstGeom prst="rect">
            <a:avLst/>
          </a:prstGeom>
        </p:spPr>
      </p:pic>
      <p:pic>
        <p:nvPicPr>
          <p:cNvPr id="8" name="Picture 7" descr="bedr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4663440"/>
            <a:ext cx="502920" cy="502920"/>
          </a:xfrm>
          <a:prstGeom prst="rect">
            <a:avLst/>
          </a:prstGeom>
        </p:spPr>
      </p:pic>
      <p:pic>
        <p:nvPicPr>
          <p:cNvPr id="9" name="Picture 8" descr="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4663440"/>
            <a:ext cx="502920" cy="502920"/>
          </a:xfrm>
          <a:prstGeom prst="rect">
            <a:avLst/>
          </a:prstGeom>
        </p:spPr>
      </p:pic>
      <p:pic>
        <p:nvPicPr>
          <p:cNvPr id="10" name="Picture 9" descr="cloudfro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4663440"/>
            <a:ext cx="502920" cy="502920"/>
          </a:xfrm>
          <a:prstGeom prst="rect">
            <a:avLst/>
          </a:prstGeom>
        </p:spPr>
      </p:pic>
      <p:pic>
        <p:nvPicPr>
          <p:cNvPr id="11" name="Picture 10" descr="eventbri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79" y="46634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Done when you would let a stranger's agent trust the ranking unsupervised.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ABOUT THIS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Phase 2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Phase 0 proved the loop could be measured.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Phase 1 made it real: sandboxed execution, verified callers,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unmet needs surfacing on their own.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Neither phase asked the question this one does —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is the ORDER trustworthy?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Ranking is the product an agent actually consumes. It picks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the first result and calls it. If that order can be bought,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gamed, or is simply wrong, everything built so far is a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very careful pipeline delivering a bad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709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7C2D12"/>
                </a:solidFill>
                <a:latin typeface="Segoe UI"/>
              </a:rPr>
              <a:t>Phase 2 is the first phase where Endless sells something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7C2D12"/>
                </a:solidFill>
                <a:latin typeface="Segoe UI"/>
              </a:rPr>
              <a:t>that touches what agents see.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4290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That is why the invariant — money never reaches agent-facing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ranking — stops being a sentence in a document and becomes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a test that runs on every scoring pass.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It is also why brightness is tracked separately from mass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rather than folded into one score. A single number hides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which half of it moved, and the half that can be bought is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exactly the half you need to watch.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Phase 1 leaves behind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515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77824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State at the end of Phase 1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Execution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Sandboxed. 22 live escape attacks, gate clear. Unreviewed code cannot run.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Identity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Hashed API keys. Every gap and call carries a verified caller and owner.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Demand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Clustered nightly by meaning, counted by distinct callers, published.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Scoring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Mass only, recomputed from the log. No brightness, no decay, no dependencies.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Money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Publishing costs credits. Searching and calling are free.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Takedown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Built. --revoke refuses a version on the very next call.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None. No stranger has ever published or called a tool.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52628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70916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Three claims this project made about itself turned out to be false when measured, and all three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were found by instrumenting rather than reasoning. Phase 2 assumes it will be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The wash-trading guard silently did not fire because one person had two owner strings. The sandbox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claimed 'no IAM role' and 'no writable disk'; neither was true as written. A private analysis file was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served on the open internet because a comment asserted it was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Phase 2 adds, and what it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Adds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Leaves alone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Tool-to-tool dependencies, recorded as a graph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sandbox. Nothing in Phase 2 touches 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Brightness: success rate and latency, tracked apart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Retrieval and the gap adjudicator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Dependency weight, read off the real graph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review gate, other than applying it at depth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 curves and an archival floor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Caller identity and the publication fee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Stasis: the first paid product touching visibility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3D world itself — stasis is a flag, not a renderer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Bounties for closing a confirmed need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Galaxies, routers and black holes (Phase 5)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Anti-gaming checks against the new surfaces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Agents building their own tools (Phase 3)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29768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80560"/>
            <a:ext cx="9966960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Brightness is tracked separately from mass on purpose. A tool can be large and dim, or small and bright,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and collapsing that into one number destroys the only signal that says which.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PROJECT.md's open question — does discovery blend mass and brightness, or does mass alone drive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visibility? — is deliberately NOT answered by building a blend. Both are computed and published side by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side; whether search ranks on either is a separate decision that needs a re-run of the eval harness,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because changing ranking changes what Phase 0 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changes, and 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59536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 2 change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exec-fn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Resolves declared dependencies before fetching. Recursion is in process, never Lambda self-invoke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deps.mjs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Depth 3, breadth 4, cycles caught on the chain. Ordering checked at publication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tool-runtime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Receives tools{} beside responses{}. Still no route, no credentials, no reachable filesystem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fetcher-fn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Skipped entirely when a tool declares no requests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events table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Now carries via_tool, depth and root_call_id — this is what makes the graph real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cluster-fn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Gains brightness, dependency weight and decay. Still nightly, still off the hot path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board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tools.json publishes mass and brightness side by side; a bounties view is added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25196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No new DynamoDB table. The free-tier budget is at 23 of 25 RCU/WCU, and every Phase 2 output is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derived — so it belongs in a snapshot that can be thrown away and rebuilt, not in a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Nothing Phase 2 computes is stored as the only record of what happened. Mass, brightness, dependency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weight and decay are all replayed from the append-only event log on every run — so a scoring rule can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change and the whole of history is rescored under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Where the Phase 2 frame sits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ED7100"/>
                </a:solidFill>
                <a:latin typeface="Segoe UI"/>
              </a:rPr>
              <a:t>miro.com/app/board/uXjVHpGFCos=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86000"/>
          <a:ext cx="105156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1264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Frame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shows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0 Architecture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2000 x 1350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As built and measured. Registry, search, gap logging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1 Architecture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2400 x 1480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phantom layer. Sandbox, identity, clustering, the board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2 Architecture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2400 x 1520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Dependencies, the four score components, decay and the floor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7033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Three frames stacked top to bottom on one infinite canvas, one section-gap apart. There is no slide order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and no page one: zooming out shows the whole system and how it grew, which is the thing a static diagram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in a deck cannot do.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frame is the unit that matters. Everything inside a frame has coordinates relative to that frame's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top-left corner, so dragging the frame moves the whole architecture together and nothing drifts out of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alignment. Phase 2's frame is the same width as Phase 1's on purpose — the two line up edge to edge, so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components that did not change sit directly above their Phase 2 selves.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Reading the Phase 2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Icons are real AWS assets. Each service carries its official icon as a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badge on the card's top-left corner, from AWS Labs' own icon set rather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than an approximation.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Dashed rectangles are zones. They group components by what they are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allowed to do rather than by AWS category: callers, execution, sandbox,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data, and what the world can see.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Colour is a claim about change, not decoration. Green means new in this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phase, amber means it already existed and is untouched, red is the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sandbox, blue is stored state, purple is public.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Connectors are labelled with what actually crosses them, so an arrow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reads 'input, responses, tools' rather than pointing vaguely rightward.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 reader can follow one request end to end without the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828800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16" y="199339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81544" y="192938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exec-fn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1544" y="219456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14532D"/>
                </a:solidFill>
                <a:latin typeface="Segoe UI"/>
              </a:rPr>
              <a:t>NEW — resolves declared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670048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16" y="2834640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81544" y="277063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8350F"/>
                </a:solidFill>
                <a:latin typeface="Segoe UI"/>
              </a:rPr>
              <a:t>registry-fn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78350F"/>
                </a:solidFill>
                <a:latin typeface="Segoe UI"/>
              </a:rPr>
              <a:t>unchanged from Phase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511296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r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3675887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81544" y="3611879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tool-runtime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87705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7F1D1D"/>
                </a:solidFill>
                <a:latin typeface="Segoe UI"/>
              </a:rPr>
              <a:t>the sandbox — Phase 2 does not touch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352544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ynam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4517136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81544" y="4453128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E3A8A"/>
                </a:solidFill>
                <a:latin typeface="Segoe UI"/>
              </a:rPr>
              <a:t>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471830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1E3A8A"/>
                </a:solidFill>
                <a:latin typeface="Segoe UI"/>
              </a:rPr>
              <a:t>now carries via_tool, depth, root_call_id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5193792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loud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5358383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81544" y="529437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4C1D95"/>
                </a:solidFill>
                <a:latin typeface="Segoe UI"/>
              </a:rPr>
              <a:t>gaps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544" y="555955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C1D95"/>
                </a:solidFill>
                <a:latin typeface="Segoe UI"/>
              </a:rPr>
              <a:t>public — counts, never identities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6080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The card convention used on the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FIRST DECISION —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Moons: a tool never calls a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486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A handler cannot reach the registry any more than it can reach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the internet. That is the sandbox guarantee, not an obstacle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to work around.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So a tool DECLARES its dependencies and the platform resolves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them, passing finished values in: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    transform({ input, responses, tools })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The handler never learns another tool exists. It cannot choose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one at run time and cannot send one anything that was not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written down at publication and read at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4892040" cy="146304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2011680"/>
            <a:ext cx="4343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air-by-place composes geocode-place and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air-quality, opens no connection of its own,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and returns live air quality from a place 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475569"/>
                </a:solidFill>
                <a:latin typeface="Segoe UI"/>
              </a:rPr>
              <a:t>The gate holds at every depth: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931920"/>
            <a:ext cx="4892040" cy="118872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4114800"/>
            <a:ext cx="4343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7F1D1D"/>
                </a:solidFill>
                <a:latin typeface="Segoe UI"/>
              </a:rPr>
              <a:t>403 dependency where (geocode-place)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7F1D1D"/>
                </a:solidFill>
                <a:latin typeface="Segoe UI"/>
              </a:rPr>
              <a:t>failed: not approved for execution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7F1D1D"/>
                </a:solidFill>
                <a:latin typeface="Segoe UI"/>
              </a:rPr>
              <a:t>(never reviewed)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5257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An approved tool cannot smuggle in an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unapproved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Two limits the live run found, not the design: a dependency could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not read an earlier one's output, and the fetcher refused a tool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that opens no 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SECOND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Three numbers, kept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931920"/>
                <a:gridCol w="448056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measures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Why it is separate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Mass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Successful direct calls, verified, non-self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call arriving VIA another tool is not somebody choosing you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Brightness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Success rate and latency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Popular and mediocre must look different from small and excellent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Dependency weight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Distinct dependents, damped per level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Being built on is real standing, but it is not demand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Time since sustained use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Without it, arriving early is permanently worth more than being good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52044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0332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 tool called a thousand times through one popular dependent has one dependent, not a thousand callers.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Counting those as demand is how a dependency graph turns into a popularity illusion.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Every component is computed and published; none is blended into a single score in Phase 2. That is a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deliberate refusal rather than an omission — blending requires knowing the weights, the weights come from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watching real traffic, and there is no real traffic yet.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Publishing the components separately also means anyone reading the board can disagree with the ranking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rather than having to trust it, which is the same reason the gaps board shows what it withheld and why.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THIRD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Decay, the floor, and the difference from takedown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583680"/>
                <a:gridCol w="20116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happens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Reversible?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Score falls as sustained use drops. Platform-built and creator-built decay alike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Yes — usage returning raises 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Archival floor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Stops appearing in discovery. Rows and version history stay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Takedown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Execution refused immediately. Never automatic, always a person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Yes, by re-approving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Stasis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Visual only. The star keeps shining in the 3D world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Paid, cosmetic, changes no ranking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52044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0332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Archived, never deleted. Anything that ever depended on a tool still has to resolve it — and Phase 2 is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the phase that makes dependencies real, so this stops being hypothetical the moment it 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Takedown already exists and was drilled rather than assumed: approve, call succeeds, revoke, and the very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next call is refused. Approvals are not cached for exactly this reason.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Decay is the opposite kind of mechanism — slow, automatic, and driven by a curve nobody has data for yet.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It is the parameter in this phase most likely to be wrong on the first attempt.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HARD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Every number here is a fitted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Decay half-life. Dependency damping. The brightness floor. How much a dependent is worth.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Each is a number somebody has to choose, and Phase 0 already showed what happens when one is guessed.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71800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15468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A threshold fitted to one query set gave 0% false gaps on that set and 31.6% on a held-out one.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Four more of those, stacked and compounding, is how a ranking quietly stops being worth trusting.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519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So the rule for this phase: every parameter either ships with its derivation, or ships marked provisional in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variable that holds it. No exceptions, and no number that merely looks settled.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blind simulation in sim/ is the instrument. It already replaced the clustering similarity guess of 0.5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with a measured 0.35 — and, more usefully, established that the within-need and across-need distributions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OVERLAP, so no perfect threshold exists and the real question is which error to prefer.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Where the simulation cannot settle a number, the number says so. That is a finding, not a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INVARIANT UNDER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Money never reaches agent-facing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20116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 2 paid product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buys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Touches ranking?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Visual stasis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star keeps shining in the 3D world when usage drops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 — cosmetic only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Gap bounties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reward for closing a confirmed unmet need well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 — rewards closure quality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292608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10896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assertNoPaidInputs runs over every scored row on every nightly pass. A field derived from payment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reaching the scorer fails the run loudly rather than quietly publishing a bought 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standing commitment says every new paid product gets a test proving it does not reach ranking. Stasis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is the first product that makes that commitment cost something, because it is genuinely adjacent — it buys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visibility in the world, and the argument that world visibility is not ranking has to hold up.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Bounties reward quality of closure judged after the fact, never speed of publishing; otherwise creators race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to close gaps badly. And the closer's own demand is removed from the evidence before the reward is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assessed, because whoever benefits from a need looking urgent is the person who closes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Eight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Estimates for one developer. #1 is done.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40280"/>
          <a:ext cx="10515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675120"/>
                <a:gridCol w="1005840"/>
                <a:gridCol w="228600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Issue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Est.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Depends on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Tool-to-tool calls through the registry, recorded as a graph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— DONE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Brightness: success rate and latency, tracked separately from mass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Dependency weighting, damped, read off the recorded graph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 curves and the archival floor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2, 3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Stasis flag, with the test proving it never reaches ranking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Anti-gaming checks against the new surfaces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3, 4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First bounties: posting, closure test, beneficiary exclusion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4, 6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2 findings, with every parameter's derivation or its absence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all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074920"/>
            <a:ext cx="10515600" cy="12344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#6 is a gate, not a task. Anti-gaming has to pass before bounties exist, because a bounty is the first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thing in Endless actually worth gaming — and the incentive to game a ranking arrives with the money,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not before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blocks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#1 Moons  →  #2 Brightness  ·  #3 Dependency weight  →  #4 Decay  →  #5 Stasis  →  #6 Anti-gaming  →  #7 Bounties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#1 came first because nothing else was measurable without it. PROJECT.md is explicit: without recorded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tool-to-tool calls there is nothing to weigh, so dependency weight would have been a claim rather than a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measurement. It is now in the event log as via_tool, depth and root_call_id.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#2 and #3 can run in parallel. Brightness needs only the outcome and duration already recorded; dependency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weight needs only the graph. Neither waits on the other.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#4 is where the guessing risk concentrates. Decay is one curve that changes every score on the board, and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it is the parameter with the least data behind it. Derive it against the simulation before it ships.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#6 gates #7. The moment a bounty is payable, there is a reason to manufacture the need that justifies it —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and the counting rules that defend against that were written for a world with no prize attached.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#8 is the exit, as in both previous phases. The gate clears, or a written finding says why it does 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Phase 2 adds to the bill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  <a:gridCol w="512064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 1 measured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 2 effect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Per search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$14.87 per million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Unchanged — Phase 2 does not touch retrieval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Per tool call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$3.64 per million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Multiplied by chain length: a 3-deep call is 3 executions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Nightly scoring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Negligible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Grows with the event log, not with traffic rate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board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Free at any plausible volume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Unchanged — static objects behind CloudFront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52044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0332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Depth 3 and breadth 4 are cost controls as much as safety ones. One call to a fully nested tool is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thirteen sandbox executions, and that is the number those two limits were chosen to bound.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10515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Phase 1 measured that a search costs 4.1x running a tool, which was backwards from the intuition — search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pays for two model calls and execution pays for none. Composition changes that arithmetic: a deep chain is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several executions and still no model calls, so it stays the cheap side.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sandbox itself remains rounding error at 4ms p50, which is worth re-stating whenever Fargate is raised.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could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40664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Why it bites here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Guessed curves compound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Four parameters, each fitted to almost no data, multiplying into one order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Dependency weight is gameable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Publish tools that depend on your own, and standing appears from nothing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 punishes the seasonal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tool used heavily once a quarter looks identical to one nobody wants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Stasis erodes the trust claim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Cosmetic today; the pressure to let it touch ranking arrives with revenue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Bounties reward speed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Racing to close a gap badly is easier than closing it well, unless judged after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Still no users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Trusting a ranking unsupervised cannot be demonstrated without somebody to trust 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977639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Self-dealing through dependencies is the one genuinely new attack surface. The self-call rule already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covers an owner calling their own tool; it says nothing yet about an owner DEPENDING on their own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That gap is why #6 exists and why it gates bounties. The fix is likely the same shape as the one that works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elsewhere: count distinct owners rather than occurrences, and discount the beneficiary. It has to be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measured against the simulation rather than assumed to transfer.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would prove Phase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Phase 0's gate passed while a third of answerable queries were being logged as unmet needs, because the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gate never asked about false gaps. These are written to avoid repeating that.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697480"/>
          <a:ext cx="10515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557784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Must hold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How it is checked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Every parameter has a derivation or is marked provisional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Read the variable descriptions; no silent defaults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Dependency weight cannot be self-awarded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Simulated owner depending on their own tool gains nothing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paid field cannot reach a score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assertNoPaidInputs fails the nightly run, tested deliberately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 does not archive something still in use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Replay the log at several half-lives and compare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An archived tool still resolves for dependents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Call a tool whose dependency has been archived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52628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0916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And the honest row: none of this demonstrates that a stranger would trust the ranking, because there is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still no stranger. Phase 2 can prove the ranking is defensible; it cannot prove it is trusted.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The gate clears, or a written finding says why it does not — as in both previous phases.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The first four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74519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470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Brightness (#2)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47088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Success rate and latency are already in the event log. It is the cheapest real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number in the phase and it needs no new data.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26079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898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Dependency weight (#3)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898648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graph exists as of #1. Damping is the first parameter to derive against the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simulation rather than choose.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77639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50207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Self-dependency check (#6, early)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950207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Before decay, not after. It is a new attack surface that the existing anti-gaming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rules were not written for.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2920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001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Decay (#4)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001768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Last of the four, because it changes every score at once and has the least data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standing behind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6172200"/>
            <a:ext cx="10515600" cy="5486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6355080"/>
            <a:ext cx="99669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Unchanged and unaffected by any of this: minting a caller still costs nothing.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